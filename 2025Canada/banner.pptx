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0799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1142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D88BF-532D-45F8-8705-6DC58283B8DF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6575" y="1143000"/>
            <a:ext cx="5784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CDA11-FDC6-49F4-9B45-46B6727CD2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2083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1pPr>
    <a:lvl2pPr marL="397398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2pPr>
    <a:lvl3pPr marL="794796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3pPr>
    <a:lvl4pPr marL="1192195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4pPr>
    <a:lvl5pPr marL="1589593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5pPr>
    <a:lvl6pPr marL="1986991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6pPr>
    <a:lvl7pPr marL="2384389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7pPr>
    <a:lvl8pPr marL="2781788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8pPr>
    <a:lvl9pPr marL="3179186" algn="l" defTabSz="794796" rtl="0" eaLnBrk="1" latinLnBrk="0" hangingPunct="1">
      <a:defRPr sz="10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6575" y="1143000"/>
            <a:ext cx="57848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CDA11-FDC6-49F4-9B45-46B6727CD22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287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942577"/>
            <a:ext cx="8099822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3025045"/>
            <a:ext cx="8099822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57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878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435864"/>
            <a:ext cx="9314796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854300"/>
            <a:ext cx="9314796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634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533187"/>
            <a:ext cx="4589899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533187"/>
            <a:ext cx="4589899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533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306638"/>
            <a:ext cx="9314796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411865"/>
            <a:ext cx="4568806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2103799"/>
            <a:ext cx="4568806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411865"/>
            <a:ext cx="4591306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2103799"/>
            <a:ext cx="4591306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82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07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058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83963"/>
            <a:ext cx="3483204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829255"/>
            <a:ext cx="546738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727835"/>
            <a:ext cx="3483204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943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83963"/>
            <a:ext cx="3483204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829255"/>
            <a:ext cx="546738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727835"/>
            <a:ext cx="3483204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2895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906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306637"/>
            <a:ext cx="2328699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306637"/>
            <a:ext cx="68511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2678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306638"/>
            <a:ext cx="9314796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533187"/>
            <a:ext cx="9314796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338158"/>
            <a:ext cx="2429947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9F6B3-811F-4FB0-8A8F-1ECB6174A6D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338158"/>
            <a:ext cx="36449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338158"/>
            <a:ext cx="2429947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3D68D-A57A-4D4E-9FD4-4AE0DA7A83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662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lag with a red and white flag&#10;&#10;AI-generated content may be incorrect.">
            <a:extLst>
              <a:ext uri="{FF2B5EF4-FFF2-40B4-BE49-F238E27FC236}">
                <a16:creationId xmlns:a16="http://schemas.microsoft.com/office/drawing/2014/main" id="{AAD820E0-DB34-5C66-6D3A-9DB18D0C3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9"/>
          <a:stretch>
            <a:fillRect/>
          </a:stretch>
        </p:blipFill>
        <p:spPr>
          <a:xfrm>
            <a:off x="-696119" y="606123"/>
            <a:ext cx="12192000" cy="4565142"/>
          </a:xfrm>
          <a:prstGeom prst="rect">
            <a:avLst/>
          </a:prstGeom>
        </p:spPr>
      </p:pic>
      <p:pic>
        <p:nvPicPr>
          <p:cNvPr id="9" name="Picture 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4A0C3B7-3253-22A0-F930-43646A2C1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347" y="2621105"/>
            <a:ext cx="3825241" cy="2550160"/>
          </a:xfrm>
          <a:prstGeom prst="rect">
            <a:avLst/>
          </a:prstGeom>
        </p:spPr>
      </p:pic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7269FCA8-59E6-D015-51B6-3FCE3F089C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6119" y="2842113"/>
            <a:ext cx="3172654" cy="2329153"/>
          </a:xfrm>
          <a:prstGeom prst="rect">
            <a:avLst/>
          </a:prstGeom>
        </p:spPr>
      </p:pic>
      <p:pic>
        <p:nvPicPr>
          <p:cNvPr id="15" name="Picture 1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8302846-7965-4D5C-0D4E-11AE620CF2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393" y="2760591"/>
            <a:ext cx="4281358" cy="2410674"/>
          </a:xfrm>
          <a:prstGeom prst="rect">
            <a:avLst/>
          </a:prstGeom>
        </p:spPr>
      </p:pic>
      <p:pic>
        <p:nvPicPr>
          <p:cNvPr id="11" name="Picture 10" descr="A person wearing sunglasses and holding his sunglasses&#10;&#10;AI-generated content may be incorrect.">
            <a:extLst>
              <a:ext uri="{FF2B5EF4-FFF2-40B4-BE49-F238E27FC236}">
                <a16:creationId xmlns:a16="http://schemas.microsoft.com/office/drawing/2014/main" id="{2C39174B-95FA-75D1-07BE-EED5B9582F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539" y="2990845"/>
            <a:ext cx="3872425" cy="2180420"/>
          </a:xfrm>
          <a:prstGeom prst="rect">
            <a:avLst/>
          </a:prstGeom>
        </p:spPr>
      </p:pic>
      <p:pic>
        <p:nvPicPr>
          <p:cNvPr id="7" name="Picture 6" descr="A person with a beard and yellow turban&#10;&#10;AI-generated content may be incorrect.">
            <a:extLst>
              <a:ext uri="{FF2B5EF4-FFF2-40B4-BE49-F238E27FC236}">
                <a16:creationId xmlns:a16="http://schemas.microsoft.com/office/drawing/2014/main" id="{5A64A6AF-1F16-7B6C-04B5-654CD2928A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126"/>
          <a:stretch>
            <a:fillRect/>
          </a:stretch>
        </p:blipFill>
        <p:spPr>
          <a:xfrm>
            <a:off x="8176779" y="2842111"/>
            <a:ext cx="3250522" cy="232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47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49" y="0"/>
            <a:ext cx="10797063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4CA5189-3B44-B137-BE30-C08ACA4B43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15" t="2572" r="40310" b="58129"/>
          <a:stretch>
            <a:fillRect/>
          </a:stretch>
        </p:blipFill>
        <p:spPr>
          <a:xfrm>
            <a:off x="5398530" y="0"/>
            <a:ext cx="5399881" cy="5759450"/>
          </a:xfrm>
          <a:prstGeom prst="rect">
            <a:avLst/>
          </a:prstGeom>
        </p:spPr>
      </p:pic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1F5A3B93-BAE5-94EB-17BD-E2AE1211B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7" t="3354" r="26799" b="16595"/>
          <a:stretch>
            <a:fillRect/>
          </a:stretch>
        </p:blipFill>
        <p:spPr>
          <a:xfrm>
            <a:off x="0" y="0"/>
            <a:ext cx="5398530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7CFA5-9CD5-2137-7E5B-87DFAF95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E9784-8F65-951C-03BB-4A3980737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93EACE9-178E-041F-1458-E45085321DD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398530" cy="5760000"/>
          </a:xfrm>
          <a:prstGeom prst="rect">
            <a:avLst/>
          </a:prstGeom>
        </p:spPr>
      </p:pic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FA09538-CB7E-A068-3875-292120BA3D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98530" y="0"/>
            <a:ext cx="5399881" cy="57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8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3D35-4477-43A8-6815-11FF711A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83E01D2-9793-EE0F-D24E-B84C6F79A5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8" t="2" r="42270" b="48932"/>
          <a:stretch>
            <a:fillRect/>
          </a:stretch>
        </p:blipFill>
        <p:spPr>
          <a:xfrm>
            <a:off x="7199763" y="0"/>
            <a:ext cx="3600000" cy="5759450"/>
          </a:xfrm>
          <a:prstGeom prst="rect">
            <a:avLst/>
          </a:prstGeom>
        </p:spPr>
      </p:pic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1E3BE52-0C37-CD39-6D37-C10774BDC1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2" t="252" r="32455" b="5703"/>
          <a:stretch>
            <a:fillRect/>
          </a:stretch>
        </p:blipFill>
        <p:spPr>
          <a:xfrm>
            <a:off x="3599762" y="0"/>
            <a:ext cx="3600000" cy="5759450"/>
          </a:xfrm>
          <a:prstGeom prst="rect">
            <a:avLst/>
          </a:prstGeom>
        </p:spPr>
      </p:pic>
      <p:pic>
        <p:nvPicPr>
          <p:cNvPr id="3" name="Picture 2" descr="A person in a suit standing in front of a group of people&#10;&#10;AI-generated content may be incorrect.">
            <a:extLst>
              <a:ext uri="{FF2B5EF4-FFF2-40B4-BE49-F238E27FC236}">
                <a16:creationId xmlns:a16="http://schemas.microsoft.com/office/drawing/2014/main" id="{08739DA6-A861-E3DF-F9AF-BEA28D9966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09" t="5872" r="42225" b="58934"/>
          <a:stretch>
            <a:fillRect/>
          </a:stretch>
        </p:blipFill>
        <p:spPr>
          <a:xfrm>
            <a:off x="-238" y="0"/>
            <a:ext cx="3600000" cy="57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891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1</Words>
  <Application>Microsoft Office PowerPoint</Application>
  <PresentationFormat>Custom</PresentationFormat>
  <Paragraphs>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Moreau</dc:creator>
  <cp:lastModifiedBy>Linus Moreau</cp:lastModifiedBy>
  <cp:revision>11</cp:revision>
  <dcterms:created xsi:type="dcterms:W3CDTF">2025-07-24T18:08:41Z</dcterms:created>
  <dcterms:modified xsi:type="dcterms:W3CDTF">2025-09-15T22:51:58Z</dcterms:modified>
</cp:coreProperties>
</file>