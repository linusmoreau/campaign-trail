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0799763" cy="57594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104" d="100"/>
          <a:sy n="104" d="100"/>
        </p:scale>
        <p:origin x="600" y="45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77D88BF-532D-45F8-8705-6DC58283B8DF}" type="datetimeFigureOut">
              <a:rPr lang="en-CA" smtClean="0"/>
              <a:t>2025-09-15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536575" y="1143000"/>
            <a:ext cx="57848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7CDA11-FDC6-49F4-9B45-46B6727CD227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520839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794796" rtl="0" eaLnBrk="1" latinLnBrk="0" hangingPunct="1">
      <a:defRPr sz="1043" kern="1200">
        <a:solidFill>
          <a:schemeClr val="tx1"/>
        </a:solidFill>
        <a:latin typeface="+mn-lt"/>
        <a:ea typeface="+mn-ea"/>
        <a:cs typeface="+mn-cs"/>
      </a:defRPr>
    </a:lvl1pPr>
    <a:lvl2pPr marL="397398" algn="l" defTabSz="794796" rtl="0" eaLnBrk="1" latinLnBrk="0" hangingPunct="1">
      <a:defRPr sz="1043" kern="1200">
        <a:solidFill>
          <a:schemeClr val="tx1"/>
        </a:solidFill>
        <a:latin typeface="+mn-lt"/>
        <a:ea typeface="+mn-ea"/>
        <a:cs typeface="+mn-cs"/>
      </a:defRPr>
    </a:lvl2pPr>
    <a:lvl3pPr marL="794796" algn="l" defTabSz="794796" rtl="0" eaLnBrk="1" latinLnBrk="0" hangingPunct="1">
      <a:defRPr sz="1043" kern="1200">
        <a:solidFill>
          <a:schemeClr val="tx1"/>
        </a:solidFill>
        <a:latin typeface="+mn-lt"/>
        <a:ea typeface="+mn-ea"/>
        <a:cs typeface="+mn-cs"/>
      </a:defRPr>
    </a:lvl3pPr>
    <a:lvl4pPr marL="1192195" algn="l" defTabSz="794796" rtl="0" eaLnBrk="1" latinLnBrk="0" hangingPunct="1">
      <a:defRPr sz="1043" kern="1200">
        <a:solidFill>
          <a:schemeClr val="tx1"/>
        </a:solidFill>
        <a:latin typeface="+mn-lt"/>
        <a:ea typeface="+mn-ea"/>
        <a:cs typeface="+mn-cs"/>
      </a:defRPr>
    </a:lvl4pPr>
    <a:lvl5pPr marL="1589593" algn="l" defTabSz="794796" rtl="0" eaLnBrk="1" latinLnBrk="0" hangingPunct="1">
      <a:defRPr sz="1043" kern="1200">
        <a:solidFill>
          <a:schemeClr val="tx1"/>
        </a:solidFill>
        <a:latin typeface="+mn-lt"/>
        <a:ea typeface="+mn-ea"/>
        <a:cs typeface="+mn-cs"/>
      </a:defRPr>
    </a:lvl5pPr>
    <a:lvl6pPr marL="1986991" algn="l" defTabSz="794796" rtl="0" eaLnBrk="1" latinLnBrk="0" hangingPunct="1">
      <a:defRPr sz="1043" kern="1200">
        <a:solidFill>
          <a:schemeClr val="tx1"/>
        </a:solidFill>
        <a:latin typeface="+mn-lt"/>
        <a:ea typeface="+mn-ea"/>
        <a:cs typeface="+mn-cs"/>
      </a:defRPr>
    </a:lvl6pPr>
    <a:lvl7pPr marL="2384389" algn="l" defTabSz="794796" rtl="0" eaLnBrk="1" latinLnBrk="0" hangingPunct="1">
      <a:defRPr sz="1043" kern="1200">
        <a:solidFill>
          <a:schemeClr val="tx1"/>
        </a:solidFill>
        <a:latin typeface="+mn-lt"/>
        <a:ea typeface="+mn-ea"/>
        <a:cs typeface="+mn-cs"/>
      </a:defRPr>
    </a:lvl7pPr>
    <a:lvl8pPr marL="2781788" algn="l" defTabSz="794796" rtl="0" eaLnBrk="1" latinLnBrk="0" hangingPunct="1">
      <a:defRPr sz="1043" kern="1200">
        <a:solidFill>
          <a:schemeClr val="tx1"/>
        </a:solidFill>
        <a:latin typeface="+mn-lt"/>
        <a:ea typeface="+mn-ea"/>
        <a:cs typeface="+mn-cs"/>
      </a:defRPr>
    </a:lvl8pPr>
    <a:lvl9pPr marL="3179186" algn="l" defTabSz="794796" rtl="0" eaLnBrk="1" latinLnBrk="0" hangingPunct="1">
      <a:defRPr sz="1043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536575" y="1143000"/>
            <a:ext cx="578485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CDA11-FDC6-49F4-9B45-46B6727CD227}" type="slidenum">
              <a:rPr lang="en-CA" smtClean="0"/>
              <a:t>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928739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49971" y="942577"/>
            <a:ext cx="8099822" cy="2005142"/>
          </a:xfrm>
        </p:spPr>
        <p:txBody>
          <a:bodyPr anchor="b"/>
          <a:lstStyle>
            <a:lvl1pPr algn="ctr">
              <a:defRPr sz="503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49971" y="3025045"/>
            <a:ext cx="8099822" cy="1390533"/>
          </a:xfrm>
        </p:spPr>
        <p:txBody>
          <a:bodyPr/>
          <a:lstStyle>
            <a:lvl1pPr marL="0" indent="0" algn="ctr">
              <a:buNone/>
              <a:defRPr sz="2016"/>
            </a:lvl1pPr>
            <a:lvl2pPr marL="383957" indent="0" algn="ctr">
              <a:buNone/>
              <a:defRPr sz="1680"/>
            </a:lvl2pPr>
            <a:lvl3pPr marL="767913" indent="0" algn="ctr">
              <a:buNone/>
              <a:defRPr sz="1512"/>
            </a:lvl3pPr>
            <a:lvl4pPr marL="1151870" indent="0" algn="ctr">
              <a:buNone/>
              <a:defRPr sz="1344"/>
            </a:lvl4pPr>
            <a:lvl5pPr marL="1535826" indent="0" algn="ctr">
              <a:buNone/>
              <a:defRPr sz="1344"/>
            </a:lvl5pPr>
            <a:lvl6pPr marL="1919783" indent="0" algn="ctr">
              <a:buNone/>
              <a:defRPr sz="1344"/>
            </a:lvl6pPr>
            <a:lvl7pPr marL="2303739" indent="0" algn="ctr">
              <a:buNone/>
              <a:defRPr sz="1344"/>
            </a:lvl7pPr>
            <a:lvl8pPr marL="2687696" indent="0" algn="ctr">
              <a:buNone/>
              <a:defRPr sz="1344"/>
            </a:lvl8pPr>
            <a:lvl9pPr marL="3071652" indent="0" algn="ctr">
              <a:buNone/>
              <a:defRPr sz="1344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99F6B3-811F-4FB0-8A8F-1ECB6174A6D5}" type="datetimeFigureOut">
              <a:rPr lang="en-CA" smtClean="0"/>
              <a:t>2025-09-15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63D68D-A57A-4D4E-9FD4-4AE0DA7A83A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95786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99F6B3-811F-4FB0-8A8F-1ECB6174A6D5}" type="datetimeFigureOut">
              <a:rPr lang="en-CA" smtClean="0"/>
              <a:t>2025-09-15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63D68D-A57A-4D4E-9FD4-4AE0DA7A83A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9987849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859" y="1435864"/>
            <a:ext cx="9314796" cy="2395771"/>
          </a:xfrm>
        </p:spPr>
        <p:txBody>
          <a:bodyPr anchor="b"/>
          <a:lstStyle>
            <a:lvl1pPr>
              <a:defRPr sz="503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6859" y="3854300"/>
            <a:ext cx="9314796" cy="1259879"/>
          </a:xfrm>
        </p:spPr>
        <p:txBody>
          <a:bodyPr/>
          <a:lstStyle>
            <a:lvl1pPr marL="0" indent="0">
              <a:buNone/>
              <a:defRPr sz="2016">
                <a:solidFill>
                  <a:schemeClr val="tx1">
                    <a:tint val="82000"/>
                  </a:schemeClr>
                </a:solidFill>
              </a:defRPr>
            </a:lvl1pPr>
            <a:lvl2pPr marL="383957" indent="0">
              <a:buNone/>
              <a:defRPr sz="1680">
                <a:solidFill>
                  <a:schemeClr val="tx1">
                    <a:tint val="82000"/>
                  </a:schemeClr>
                </a:solidFill>
              </a:defRPr>
            </a:lvl2pPr>
            <a:lvl3pPr marL="767913" indent="0">
              <a:buNone/>
              <a:defRPr sz="1512">
                <a:solidFill>
                  <a:schemeClr val="tx1">
                    <a:tint val="82000"/>
                  </a:schemeClr>
                </a:solidFill>
              </a:defRPr>
            </a:lvl3pPr>
            <a:lvl4pPr marL="1151870" indent="0">
              <a:buNone/>
              <a:defRPr sz="1344">
                <a:solidFill>
                  <a:schemeClr val="tx1">
                    <a:tint val="82000"/>
                  </a:schemeClr>
                </a:solidFill>
              </a:defRPr>
            </a:lvl4pPr>
            <a:lvl5pPr marL="1535826" indent="0">
              <a:buNone/>
              <a:defRPr sz="1344">
                <a:solidFill>
                  <a:schemeClr val="tx1">
                    <a:tint val="82000"/>
                  </a:schemeClr>
                </a:solidFill>
              </a:defRPr>
            </a:lvl5pPr>
            <a:lvl6pPr marL="1919783" indent="0">
              <a:buNone/>
              <a:defRPr sz="1344">
                <a:solidFill>
                  <a:schemeClr val="tx1">
                    <a:tint val="82000"/>
                  </a:schemeClr>
                </a:solidFill>
              </a:defRPr>
            </a:lvl6pPr>
            <a:lvl7pPr marL="2303739" indent="0">
              <a:buNone/>
              <a:defRPr sz="1344">
                <a:solidFill>
                  <a:schemeClr val="tx1">
                    <a:tint val="82000"/>
                  </a:schemeClr>
                </a:solidFill>
              </a:defRPr>
            </a:lvl7pPr>
            <a:lvl8pPr marL="2687696" indent="0">
              <a:buNone/>
              <a:defRPr sz="1344">
                <a:solidFill>
                  <a:schemeClr val="tx1">
                    <a:tint val="82000"/>
                  </a:schemeClr>
                </a:solidFill>
              </a:defRPr>
            </a:lvl8pPr>
            <a:lvl9pPr marL="3071652" indent="0">
              <a:buNone/>
              <a:defRPr sz="1344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99F6B3-811F-4FB0-8A8F-1ECB6174A6D5}" type="datetimeFigureOut">
              <a:rPr lang="en-CA" smtClean="0"/>
              <a:t>2025-09-15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63D68D-A57A-4D4E-9FD4-4AE0DA7A83A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8563441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42484" y="1533187"/>
            <a:ext cx="4589899" cy="365431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67380" y="1533187"/>
            <a:ext cx="4589899" cy="365431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99F6B3-811F-4FB0-8A8F-1ECB6174A6D5}" type="datetimeFigureOut">
              <a:rPr lang="en-CA" smtClean="0"/>
              <a:t>2025-09-15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63D68D-A57A-4D4E-9FD4-4AE0DA7A83A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0053370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3890" y="306638"/>
            <a:ext cx="9314796" cy="111322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3891" y="1411865"/>
            <a:ext cx="4568806" cy="691934"/>
          </a:xfrm>
        </p:spPr>
        <p:txBody>
          <a:bodyPr anchor="b"/>
          <a:lstStyle>
            <a:lvl1pPr marL="0" indent="0">
              <a:buNone/>
              <a:defRPr sz="2016" b="1"/>
            </a:lvl1pPr>
            <a:lvl2pPr marL="383957" indent="0">
              <a:buNone/>
              <a:defRPr sz="1680" b="1"/>
            </a:lvl2pPr>
            <a:lvl3pPr marL="767913" indent="0">
              <a:buNone/>
              <a:defRPr sz="1512" b="1"/>
            </a:lvl3pPr>
            <a:lvl4pPr marL="1151870" indent="0">
              <a:buNone/>
              <a:defRPr sz="1344" b="1"/>
            </a:lvl4pPr>
            <a:lvl5pPr marL="1535826" indent="0">
              <a:buNone/>
              <a:defRPr sz="1344" b="1"/>
            </a:lvl5pPr>
            <a:lvl6pPr marL="1919783" indent="0">
              <a:buNone/>
              <a:defRPr sz="1344" b="1"/>
            </a:lvl6pPr>
            <a:lvl7pPr marL="2303739" indent="0">
              <a:buNone/>
              <a:defRPr sz="1344" b="1"/>
            </a:lvl7pPr>
            <a:lvl8pPr marL="2687696" indent="0">
              <a:buNone/>
              <a:defRPr sz="1344" b="1"/>
            </a:lvl8pPr>
            <a:lvl9pPr marL="3071652" indent="0">
              <a:buNone/>
              <a:defRPr sz="134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43891" y="2103799"/>
            <a:ext cx="4568806" cy="30943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67380" y="1411865"/>
            <a:ext cx="4591306" cy="691934"/>
          </a:xfrm>
        </p:spPr>
        <p:txBody>
          <a:bodyPr anchor="b"/>
          <a:lstStyle>
            <a:lvl1pPr marL="0" indent="0">
              <a:buNone/>
              <a:defRPr sz="2016" b="1"/>
            </a:lvl1pPr>
            <a:lvl2pPr marL="383957" indent="0">
              <a:buNone/>
              <a:defRPr sz="1680" b="1"/>
            </a:lvl2pPr>
            <a:lvl3pPr marL="767913" indent="0">
              <a:buNone/>
              <a:defRPr sz="1512" b="1"/>
            </a:lvl3pPr>
            <a:lvl4pPr marL="1151870" indent="0">
              <a:buNone/>
              <a:defRPr sz="1344" b="1"/>
            </a:lvl4pPr>
            <a:lvl5pPr marL="1535826" indent="0">
              <a:buNone/>
              <a:defRPr sz="1344" b="1"/>
            </a:lvl5pPr>
            <a:lvl6pPr marL="1919783" indent="0">
              <a:buNone/>
              <a:defRPr sz="1344" b="1"/>
            </a:lvl6pPr>
            <a:lvl7pPr marL="2303739" indent="0">
              <a:buNone/>
              <a:defRPr sz="1344" b="1"/>
            </a:lvl7pPr>
            <a:lvl8pPr marL="2687696" indent="0">
              <a:buNone/>
              <a:defRPr sz="1344" b="1"/>
            </a:lvl8pPr>
            <a:lvl9pPr marL="3071652" indent="0">
              <a:buNone/>
              <a:defRPr sz="134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67380" y="2103799"/>
            <a:ext cx="4591306" cy="30943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99F6B3-811F-4FB0-8A8F-1ECB6174A6D5}" type="datetimeFigureOut">
              <a:rPr lang="en-CA" smtClean="0"/>
              <a:t>2025-09-15</a:t>
            </a:fld>
            <a:endParaRPr lang="en-CA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63D68D-A57A-4D4E-9FD4-4AE0DA7A83A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138221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99F6B3-811F-4FB0-8A8F-1ECB6174A6D5}" type="datetimeFigureOut">
              <a:rPr lang="en-CA" smtClean="0"/>
              <a:t>2025-09-15</a:t>
            </a:fld>
            <a:endParaRPr lang="en-CA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63D68D-A57A-4D4E-9FD4-4AE0DA7A83A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70737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99F6B3-811F-4FB0-8A8F-1ECB6174A6D5}" type="datetimeFigureOut">
              <a:rPr lang="en-CA" smtClean="0"/>
              <a:t>2025-09-15</a:t>
            </a:fld>
            <a:endParaRPr lang="en-CA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63D68D-A57A-4D4E-9FD4-4AE0DA7A83A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3805879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3891" y="383963"/>
            <a:ext cx="3483204" cy="1343872"/>
          </a:xfrm>
        </p:spPr>
        <p:txBody>
          <a:bodyPr anchor="b"/>
          <a:lstStyle>
            <a:lvl1pPr>
              <a:defRPr sz="268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91306" y="829255"/>
            <a:ext cx="5467380" cy="4092942"/>
          </a:xfrm>
        </p:spPr>
        <p:txBody>
          <a:bodyPr/>
          <a:lstStyle>
            <a:lvl1pPr>
              <a:defRPr sz="2687"/>
            </a:lvl1pPr>
            <a:lvl2pPr>
              <a:defRPr sz="2351"/>
            </a:lvl2pPr>
            <a:lvl3pPr>
              <a:defRPr sz="2016"/>
            </a:lvl3pPr>
            <a:lvl4pPr>
              <a:defRPr sz="1680"/>
            </a:lvl4pPr>
            <a:lvl5pPr>
              <a:defRPr sz="1680"/>
            </a:lvl5pPr>
            <a:lvl6pPr>
              <a:defRPr sz="1680"/>
            </a:lvl6pPr>
            <a:lvl7pPr>
              <a:defRPr sz="1680"/>
            </a:lvl7pPr>
            <a:lvl8pPr>
              <a:defRPr sz="1680"/>
            </a:lvl8pPr>
            <a:lvl9pPr>
              <a:defRPr sz="168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43891" y="1727835"/>
            <a:ext cx="3483204" cy="3201028"/>
          </a:xfrm>
        </p:spPr>
        <p:txBody>
          <a:bodyPr/>
          <a:lstStyle>
            <a:lvl1pPr marL="0" indent="0">
              <a:buNone/>
              <a:defRPr sz="1344"/>
            </a:lvl1pPr>
            <a:lvl2pPr marL="383957" indent="0">
              <a:buNone/>
              <a:defRPr sz="1176"/>
            </a:lvl2pPr>
            <a:lvl3pPr marL="767913" indent="0">
              <a:buNone/>
              <a:defRPr sz="1008"/>
            </a:lvl3pPr>
            <a:lvl4pPr marL="1151870" indent="0">
              <a:buNone/>
              <a:defRPr sz="840"/>
            </a:lvl4pPr>
            <a:lvl5pPr marL="1535826" indent="0">
              <a:buNone/>
              <a:defRPr sz="840"/>
            </a:lvl5pPr>
            <a:lvl6pPr marL="1919783" indent="0">
              <a:buNone/>
              <a:defRPr sz="840"/>
            </a:lvl6pPr>
            <a:lvl7pPr marL="2303739" indent="0">
              <a:buNone/>
              <a:defRPr sz="840"/>
            </a:lvl7pPr>
            <a:lvl8pPr marL="2687696" indent="0">
              <a:buNone/>
              <a:defRPr sz="840"/>
            </a:lvl8pPr>
            <a:lvl9pPr marL="3071652" indent="0">
              <a:buNone/>
              <a:defRPr sz="84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99F6B3-811F-4FB0-8A8F-1ECB6174A6D5}" type="datetimeFigureOut">
              <a:rPr lang="en-CA" smtClean="0"/>
              <a:t>2025-09-15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63D68D-A57A-4D4E-9FD4-4AE0DA7A83A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594383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3891" y="383963"/>
            <a:ext cx="3483204" cy="1343872"/>
          </a:xfrm>
        </p:spPr>
        <p:txBody>
          <a:bodyPr anchor="b"/>
          <a:lstStyle>
            <a:lvl1pPr>
              <a:defRPr sz="268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591306" y="829255"/>
            <a:ext cx="5467380" cy="4092942"/>
          </a:xfrm>
        </p:spPr>
        <p:txBody>
          <a:bodyPr anchor="t"/>
          <a:lstStyle>
            <a:lvl1pPr marL="0" indent="0">
              <a:buNone/>
              <a:defRPr sz="2687"/>
            </a:lvl1pPr>
            <a:lvl2pPr marL="383957" indent="0">
              <a:buNone/>
              <a:defRPr sz="2351"/>
            </a:lvl2pPr>
            <a:lvl3pPr marL="767913" indent="0">
              <a:buNone/>
              <a:defRPr sz="2016"/>
            </a:lvl3pPr>
            <a:lvl4pPr marL="1151870" indent="0">
              <a:buNone/>
              <a:defRPr sz="1680"/>
            </a:lvl4pPr>
            <a:lvl5pPr marL="1535826" indent="0">
              <a:buNone/>
              <a:defRPr sz="1680"/>
            </a:lvl5pPr>
            <a:lvl6pPr marL="1919783" indent="0">
              <a:buNone/>
              <a:defRPr sz="1680"/>
            </a:lvl6pPr>
            <a:lvl7pPr marL="2303739" indent="0">
              <a:buNone/>
              <a:defRPr sz="1680"/>
            </a:lvl7pPr>
            <a:lvl8pPr marL="2687696" indent="0">
              <a:buNone/>
              <a:defRPr sz="1680"/>
            </a:lvl8pPr>
            <a:lvl9pPr marL="3071652" indent="0">
              <a:buNone/>
              <a:defRPr sz="168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43891" y="1727835"/>
            <a:ext cx="3483204" cy="3201028"/>
          </a:xfrm>
        </p:spPr>
        <p:txBody>
          <a:bodyPr/>
          <a:lstStyle>
            <a:lvl1pPr marL="0" indent="0">
              <a:buNone/>
              <a:defRPr sz="1344"/>
            </a:lvl1pPr>
            <a:lvl2pPr marL="383957" indent="0">
              <a:buNone/>
              <a:defRPr sz="1176"/>
            </a:lvl2pPr>
            <a:lvl3pPr marL="767913" indent="0">
              <a:buNone/>
              <a:defRPr sz="1008"/>
            </a:lvl3pPr>
            <a:lvl4pPr marL="1151870" indent="0">
              <a:buNone/>
              <a:defRPr sz="840"/>
            </a:lvl4pPr>
            <a:lvl5pPr marL="1535826" indent="0">
              <a:buNone/>
              <a:defRPr sz="840"/>
            </a:lvl5pPr>
            <a:lvl6pPr marL="1919783" indent="0">
              <a:buNone/>
              <a:defRPr sz="840"/>
            </a:lvl6pPr>
            <a:lvl7pPr marL="2303739" indent="0">
              <a:buNone/>
              <a:defRPr sz="840"/>
            </a:lvl7pPr>
            <a:lvl8pPr marL="2687696" indent="0">
              <a:buNone/>
              <a:defRPr sz="840"/>
            </a:lvl8pPr>
            <a:lvl9pPr marL="3071652" indent="0">
              <a:buNone/>
              <a:defRPr sz="84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99F6B3-811F-4FB0-8A8F-1ECB6174A6D5}" type="datetimeFigureOut">
              <a:rPr lang="en-CA" smtClean="0"/>
              <a:t>2025-09-15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63D68D-A57A-4D4E-9FD4-4AE0DA7A83A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528956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99F6B3-811F-4FB0-8A8F-1ECB6174A6D5}" type="datetimeFigureOut">
              <a:rPr lang="en-CA" smtClean="0"/>
              <a:t>2025-09-15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63D68D-A57A-4D4E-9FD4-4AE0DA7A83A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6890677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728580" y="306637"/>
            <a:ext cx="2328699" cy="488086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42484" y="306637"/>
            <a:ext cx="6851100" cy="488086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99F6B3-811F-4FB0-8A8F-1ECB6174A6D5}" type="datetimeFigureOut">
              <a:rPr lang="en-CA" smtClean="0"/>
              <a:t>2025-09-15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63D68D-A57A-4D4E-9FD4-4AE0DA7A83A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526780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42484" y="306638"/>
            <a:ext cx="9314796" cy="111322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2484" y="1533187"/>
            <a:ext cx="9314796" cy="36543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2484" y="5338158"/>
            <a:ext cx="2429947" cy="306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99F6B3-811F-4FB0-8A8F-1ECB6174A6D5}" type="datetimeFigureOut">
              <a:rPr lang="en-CA" smtClean="0"/>
              <a:t>2025-09-15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577422" y="5338158"/>
            <a:ext cx="3644920" cy="306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627332" y="5338158"/>
            <a:ext cx="2429947" cy="306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963D68D-A57A-4D4E-9FD4-4AE0DA7A83A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266220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767913" rtl="0" eaLnBrk="1" latinLnBrk="0" hangingPunct="1">
        <a:lnSpc>
          <a:spcPct val="90000"/>
        </a:lnSpc>
        <a:spcBef>
          <a:spcPct val="0"/>
        </a:spcBef>
        <a:buNone/>
        <a:defRPr sz="369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91978" indent="-191978" algn="l" defTabSz="767913" rtl="0" eaLnBrk="1" latinLnBrk="0" hangingPunct="1">
        <a:lnSpc>
          <a:spcPct val="90000"/>
        </a:lnSpc>
        <a:spcBef>
          <a:spcPts val="840"/>
        </a:spcBef>
        <a:buFont typeface="Arial" panose="020B0604020202020204" pitchFamily="34" charset="0"/>
        <a:buChar char="•"/>
        <a:defRPr sz="2351" kern="1200">
          <a:solidFill>
            <a:schemeClr val="tx1"/>
          </a:solidFill>
          <a:latin typeface="+mn-lt"/>
          <a:ea typeface="+mn-ea"/>
          <a:cs typeface="+mn-cs"/>
        </a:defRPr>
      </a:lvl1pPr>
      <a:lvl2pPr marL="575935" indent="-191978" algn="l" defTabSz="767913" rtl="0" eaLnBrk="1" latinLnBrk="0" hangingPunct="1">
        <a:lnSpc>
          <a:spcPct val="90000"/>
        </a:lnSpc>
        <a:spcBef>
          <a:spcPts val="420"/>
        </a:spcBef>
        <a:buFont typeface="Arial" panose="020B0604020202020204" pitchFamily="34" charset="0"/>
        <a:buChar char="•"/>
        <a:defRPr sz="2016" kern="1200">
          <a:solidFill>
            <a:schemeClr val="tx1"/>
          </a:solidFill>
          <a:latin typeface="+mn-lt"/>
          <a:ea typeface="+mn-ea"/>
          <a:cs typeface="+mn-cs"/>
        </a:defRPr>
      </a:lvl2pPr>
      <a:lvl3pPr marL="959891" indent="-191978" algn="l" defTabSz="767913" rtl="0" eaLnBrk="1" latinLnBrk="0" hangingPunct="1">
        <a:lnSpc>
          <a:spcPct val="90000"/>
        </a:lnSpc>
        <a:spcBef>
          <a:spcPts val="420"/>
        </a:spcBef>
        <a:buFont typeface="Arial" panose="020B0604020202020204" pitchFamily="34" charset="0"/>
        <a:buChar char="•"/>
        <a:defRPr sz="1680" kern="1200">
          <a:solidFill>
            <a:schemeClr val="tx1"/>
          </a:solidFill>
          <a:latin typeface="+mn-lt"/>
          <a:ea typeface="+mn-ea"/>
          <a:cs typeface="+mn-cs"/>
        </a:defRPr>
      </a:lvl3pPr>
      <a:lvl4pPr marL="1343848" indent="-191978" algn="l" defTabSz="767913" rtl="0" eaLnBrk="1" latinLnBrk="0" hangingPunct="1">
        <a:lnSpc>
          <a:spcPct val="90000"/>
        </a:lnSpc>
        <a:spcBef>
          <a:spcPts val="420"/>
        </a:spcBef>
        <a:buFont typeface="Arial" panose="020B0604020202020204" pitchFamily="34" charset="0"/>
        <a:buChar char="•"/>
        <a:defRPr sz="1512" kern="1200">
          <a:solidFill>
            <a:schemeClr val="tx1"/>
          </a:solidFill>
          <a:latin typeface="+mn-lt"/>
          <a:ea typeface="+mn-ea"/>
          <a:cs typeface="+mn-cs"/>
        </a:defRPr>
      </a:lvl4pPr>
      <a:lvl5pPr marL="1727805" indent="-191978" algn="l" defTabSz="767913" rtl="0" eaLnBrk="1" latinLnBrk="0" hangingPunct="1">
        <a:lnSpc>
          <a:spcPct val="90000"/>
        </a:lnSpc>
        <a:spcBef>
          <a:spcPts val="420"/>
        </a:spcBef>
        <a:buFont typeface="Arial" panose="020B0604020202020204" pitchFamily="34" charset="0"/>
        <a:buChar char="•"/>
        <a:defRPr sz="1512" kern="1200">
          <a:solidFill>
            <a:schemeClr val="tx1"/>
          </a:solidFill>
          <a:latin typeface="+mn-lt"/>
          <a:ea typeface="+mn-ea"/>
          <a:cs typeface="+mn-cs"/>
        </a:defRPr>
      </a:lvl5pPr>
      <a:lvl6pPr marL="2111761" indent="-191978" algn="l" defTabSz="767913" rtl="0" eaLnBrk="1" latinLnBrk="0" hangingPunct="1">
        <a:lnSpc>
          <a:spcPct val="90000"/>
        </a:lnSpc>
        <a:spcBef>
          <a:spcPts val="420"/>
        </a:spcBef>
        <a:buFont typeface="Arial" panose="020B0604020202020204" pitchFamily="34" charset="0"/>
        <a:buChar char="•"/>
        <a:defRPr sz="1512" kern="1200">
          <a:solidFill>
            <a:schemeClr val="tx1"/>
          </a:solidFill>
          <a:latin typeface="+mn-lt"/>
          <a:ea typeface="+mn-ea"/>
          <a:cs typeface="+mn-cs"/>
        </a:defRPr>
      </a:lvl6pPr>
      <a:lvl7pPr marL="2495718" indent="-191978" algn="l" defTabSz="767913" rtl="0" eaLnBrk="1" latinLnBrk="0" hangingPunct="1">
        <a:lnSpc>
          <a:spcPct val="90000"/>
        </a:lnSpc>
        <a:spcBef>
          <a:spcPts val="420"/>
        </a:spcBef>
        <a:buFont typeface="Arial" panose="020B0604020202020204" pitchFamily="34" charset="0"/>
        <a:buChar char="•"/>
        <a:defRPr sz="1512" kern="1200">
          <a:solidFill>
            <a:schemeClr val="tx1"/>
          </a:solidFill>
          <a:latin typeface="+mn-lt"/>
          <a:ea typeface="+mn-ea"/>
          <a:cs typeface="+mn-cs"/>
        </a:defRPr>
      </a:lvl7pPr>
      <a:lvl8pPr marL="2879674" indent="-191978" algn="l" defTabSz="767913" rtl="0" eaLnBrk="1" latinLnBrk="0" hangingPunct="1">
        <a:lnSpc>
          <a:spcPct val="90000"/>
        </a:lnSpc>
        <a:spcBef>
          <a:spcPts val="420"/>
        </a:spcBef>
        <a:buFont typeface="Arial" panose="020B0604020202020204" pitchFamily="34" charset="0"/>
        <a:buChar char="•"/>
        <a:defRPr sz="1512" kern="1200">
          <a:solidFill>
            <a:schemeClr val="tx1"/>
          </a:solidFill>
          <a:latin typeface="+mn-lt"/>
          <a:ea typeface="+mn-ea"/>
          <a:cs typeface="+mn-cs"/>
        </a:defRPr>
      </a:lvl8pPr>
      <a:lvl9pPr marL="3263631" indent="-191978" algn="l" defTabSz="767913" rtl="0" eaLnBrk="1" latinLnBrk="0" hangingPunct="1">
        <a:lnSpc>
          <a:spcPct val="90000"/>
        </a:lnSpc>
        <a:spcBef>
          <a:spcPts val="420"/>
        </a:spcBef>
        <a:buFont typeface="Arial" panose="020B0604020202020204" pitchFamily="34" charset="0"/>
        <a:buChar char="•"/>
        <a:defRPr sz="1512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67913" rtl="0" eaLnBrk="1" latinLnBrk="0" hangingPunct="1">
        <a:defRPr sz="1512" kern="1200">
          <a:solidFill>
            <a:schemeClr val="tx1"/>
          </a:solidFill>
          <a:latin typeface="+mn-lt"/>
          <a:ea typeface="+mn-ea"/>
          <a:cs typeface="+mn-cs"/>
        </a:defRPr>
      </a:lvl1pPr>
      <a:lvl2pPr marL="383957" algn="l" defTabSz="767913" rtl="0" eaLnBrk="1" latinLnBrk="0" hangingPunct="1">
        <a:defRPr sz="1512" kern="1200">
          <a:solidFill>
            <a:schemeClr val="tx1"/>
          </a:solidFill>
          <a:latin typeface="+mn-lt"/>
          <a:ea typeface="+mn-ea"/>
          <a:cs typeface="+mn-cs"/>
        </a:defRPr>
      </a:lvl2pPr>
      <a:lvl3pPr marL="767913" algn="l" defTabSz="767913" rtl="0" eaLnBrk="1" latinLnBrk="0" hangingPunct="1">
        <a:defRPr sz="1512" kern="1200">
          <a:solidFill>
            <a:schemeClr val="tx1"/>
          </a:solidFill>
          <a:latin typeface="+mn-lt"/>
          <a:ea typeface="+mn-ea"/>
          <a:cs typeface="+mn-cs"/>
        </a:defRPr>
      </a:lvl3pPr>
      <a:lvl4pPr marL="1151870" algn="l" defTabSz="767913" rtl="0" eaLnBrk="1" latinLnBrk="0" hangingPunct="1">
        <a:defRPr sz="1512" kern="1200">
          <a:solidFill>
            <a:schemeClr val="tx1"/>
          </a:solidFill>
          <a:latin typeface="+mn-lt"/>
          <a:ea typeface="+mn-ea"/>
          <a:cs typeface="+mn-cs"/>
        </a:defRPr>
      </a:lvl4pPr>
      <a:lvl5pPr marL="1535826" algn="l" defTabSz="767913" rtl="0" eaLnBrk="1" latinLnBrk="0" hangingPunct="1">
        <a:defRPr sz="1512" kern="1200">
          <a:solidFill>
            <a:schemeClr val="tx1"/>
          </a:solidFill>
          <a:latin typeface="+mn-lt"/>
          <a:ea typeface="+mn-ea"/>
          <a:cs typeface="+mn-cs"/>
        </a:defRPr>
      </a:lvl5pPr>
      <a:lvl6pPr marL="1919783" algn="l" defTabSz="767913" rtl="0" eaLnBrk="1" latinLnBrk="0" hangingPunct="1">
        <a:defRPr sz="1512" kern="1200">
          <a:solidFill>
            <a:schemeClr val="tx1"/>
          </a:solidFill>
          <a:latin typeface="+mn-lt"/>
          <a:ea typeface="+mn-ea"/>
          <a:cs typeface="+mn-cs"/>
        </a:defRPr>
      </a:lvl6pPr>
      <a:lvl7pPr marL="2303739" algn="l" defTabSz="767913" rtl="0" eaLnBrk="1" latinLnBrk="0" hangingPunct="1">
        <a:defRPr sz="1512" kern="1200">
          <a:solidFill>
            <a:schemeClr val="tx1"/>
          </a:solidFill>
          <a:latin typeface="+mn-lt"/>
          <a:ea typeface="+mn-ea"/>
          <a:cs typeface="+mn-cs"/>
        </a:defRPr>
      </a:lvl7pPr>
      <a:lvl8pPr marL="2687696" algn="l" defTabSz="767913" rtl="0" eaLnBrk="1" latinLnBrk="0" hangingPunct="1">
        <a:defRPr sz="1512" kern="1200">
          <a:solidFill>
            <a:schemeClr val="tx1"/>
          </a:solidFill>
          <a:latin typeface="+mn-lt"/>
          <a:ea typeface="+mn-ea"/>
          <a:cs typeface="+mn-cs"/>
        </a:defRPr>
      </a:lvl8pPr>
      <a:lvl9pPr marL="3071652" algn="l" defTabSz="767913" rtl="0" eaLnBrk="1" latinLnBrk="0" hangingPunct="1">
        <a:defRPr sz="151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JP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flag with a red and white flag&#10;&#10;AI-generated content may be incorrect.">
            <a:extLst>
              <a:ext uri="{FF2B5EF4-FFF2-40B4-BE49-F238E27FC236}">
                <a16:creationId xmlns:a16="http://schemas.microsoft.com/office/drawing/2014/main" id="{AAD820E0-DB34-5C66-6D3A-9DB18D0C3D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59"/>
          <a:stretch>
            <a:fillRect/>
          </a:stretch>
        </p:blipFill>
        <p:spPr>
          <a:xfrm>
            <a:off x="-696119" y="606123"/>
            <a:ext cx="12192000" cy="4565142"/>
          </a:xfrm>
          <a:prstGeom prst="rect">
            <a:avLst/>
          </a:prstGeom>
        </p:spPr>
      </p:pic>
      <p:pic>
        <p:nvPicPr>
          <p:cNvPr id="9" name="Picture 8" descr="A person in a suit and tie&#10;&#10;AI-generated content may be incorrect.">
            <a:extLst>
              <a:ext uri="{FF2B5EF4-FFF2-40B4-BE49-F238E27FC236}">
                <a16:creationId xmlns:a16="http://schemas.microsoft.com/office/drawing/2014/main" id="{04A0C3B7-3253-22A0-F930-43646A2C17B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8347" y="2621105"/>
            <a:ext cx="3825241" cy="2550160"/>
          </a:xfrm>
          <a:prstGeom prst="rect">
            <a:avLst/>
          </a:prstGeom>
        </p:spPr>
      </p:pic>
      <p:pic>
        <p:nvPicPr>
          <p:cNvPr id="5" name="Picture 4" descr="A person in a suit and tie&#10;&#10;AI-generated content may be incorrect.">
            <a:extLst>
              <a:ext uri="{FF2B5EF4-FFF2-40B4-BE49-F238E27FC236}">
                <a16:creationId xmlns:a16="http://schemas.microsoft.com/office/drawing/2014/main" id="{7269FCA8-59E6-D015-51B6-3FCE3F089CC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96119" y="2842113"/>
            <a:ext cx="3172654" cy="2329153"/>
          </a:xfrm>
          <a:prstGeom prst="rect">
            <a:avLst/>
          </a:prstGeom>
        </p:spPr>
      </p:pic>
      <p:pic>
        <p:nvPicPr>
          <p:cNvPr id="15" name="Picture 14" descr="A person in a suit and tie&#10;&#10;AI-generated content may be incorrect.">
            <a:extLst>
              <a:ext uri="{FF2B5EF4-FFF2-40B4-BE49-F238E27FC236}">
                <a16:creationId xmlns:a16="http://schemas.microsoft.com/office/drawing/2014/main" id="{08302846-7965-4D5C-0D4E-11AE620CF2D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3393" y="2760591"/>
            <a:ext cx="4281358" cy="2410674"/>
          </a:xfrm>
          <a:prstGeom prst="rect">
            <a:avLst/>
          </a:prstGeom>
        </p:spPr>
      </p:pic>
      <p:pic>
        <p:nvPicPr>
          <p:cNvPr id="11" name="Picture 10" descr="A person wearing sunglasses and holding his sunglasses&#10;&#10;AI-generated content may be incorrect.">
            <a:extLst>
              <a:ext uri="{FF2B5EF4-FFF2-40B4-BE49-F238E27FC236}">
                <a16:creationId xmlns:a16="http://schemas.microsoft.com/office/drawing/2014/main" id="{2C39174B-95FA-75D1-07BE-EED5B9582F0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8539" y="2990845"/>
            <a:ext cx="3872425" cy="2180420"/>
          </a:xfrm>
          <a:prstGeom prst="rect">
            <a:avLst/>
          </a:prstGeom>
        </p:spPr>
      </p:pic>
      <p:pic>
        <p:nvPicPr>
          <p:cNvPr id="7" name="Picture 6" descr="A person with a beard and yellow turban&#10;&#10;AI-generated content may be incorrect.">
            <a:extLst>
              <a:ext uri="{FF2B5EF4-FFF2-40B4-BE49-F238E27FC236}">
                <a16:creationId xmlns:a16="http://schemas.microsoft.com/office/drawing/2014/main" id="{5A64A6AF-1F16-7B6C-04B5-654CD2928A13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9126"/>
          <a:stretch>
            <a:fillRect/>
          </a:stretch>
        </p:blipFill>
        <p:spPr>
          <a:xfrm>
            <a:off x="8176779" y="2842111"/>
            <a:ext cx="3250522" cy="23291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70474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80CCAACE-815D-4A79-875A-B7EFC28F7D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349" y="0"/>
            <a:ext cx="10797063" cy="575945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7" name="Picture 6" descr="A person in a suit and tie&#10;&#10;AI-generated content may be incorrect.">
            <a:extLst>
              <a:ext uri="{FF2B5EF4-FFF2-40B4-BE49-F238E27FC236}">
                <a16:creationId xmlns:a16="http://schemas.microsoft.com/office/drawing/2014/main" id="{D4CA5189-3B44-B137-BE30-C08ACA4B43B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715" t="2572" r="40310" b="58129"/>
          <a:stretch>
            <a:fillRect/>
          </a:stretch>
        </p:blipFill>
        <p:spPr>
          <a:xfrm>
            <a:off x="5398530" y="0"/>
            <a:ext cx="5399881" cy="5759450"/>
          </a:xfrm>
          <a:prstGeom prst="rect">
            <a:avLst/>
          </a:prstGeom>
        </p:spPr>
      </p:pic>
      <p:pic>
        <p:nvPicPr>
          <p:cNvPr id="5" name="Picture 4" descr="A person in a suit and tie&#10;&#10;AI-generated content may be incorrect.">
            <a:extLst>
              <a:ext uri="{FF2B5EF4-FFF2-40B4-BE49-F238E27FC236}">
                <a16:creationId xmlns:a16="http://schemas.microsoft.com/office/drawing/2014/main" id="{1F5A3B93-BAE5-94EB-17BD-E2AE1211B97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307" t="3354" r="26799" b="16595"/>
          <a:stretch>
            <a:fillRect/>
          </a:stretch>
        </p:blipFill>
        <p:spPr>
          <a:xfrm>
            <a:off x="0" y="0"/>
            <a:ext cx="5398530" cy="57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3523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87CFA5-9CD5-2137-7E5B-87DFAF95D5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AE9784-8F65-951C-03BB-4A3980737C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A"/>
          </a:p>
        </p:txBody>
      </p:sp>
      <p:pic>
        <p:nvPicPr>
          <p:cNvPr id="4" name="Picture 3" descr="A person in a suit and tie&#10;&#10;AI-generated content may be incorrect.">
            <a:extLst>
              <a:ext uri="{FF2B5EF4-FFF2-40B4-BE49-F238E27FC236}">
                <a16:creationId xmlns:a16="http://schemas.microsoft.com/office/drawing/2014/main" id="{A93EACE9-178E-041F-1458-E45085321DD6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0" y="0"/>
            <a:ext cx="5398530" cy="5760000"/>
          </a:xfrm>
          <a:prstGeom prst="rect">
            <a:avLst/>
          </a:prstGeom>
        </p:spPr>
      </p:pic>
      <p:pic>
        <p:nvPicPr>
          <p:cNvPr id="5" name="Picture 4" descr="A person in a suit and tie&#10;&#10;AI-generated content may be incorrect.">
            <a:extLst>
              <a:ext uri="{FF2B5EF4-FFF2-40B4-BE49-F238E27FC236}">
                <a16:creationId xmlns:a16="http://schemas.microsoft.com/office/drawing/2014/main" id="{5FA09538-CB7E-A068-3875-292120BA3D0A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5398530" y="0"/>
            <a:ext cx="5399881" cy="5759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67886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C3D35-4477-43A8-6815-11FF711A15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person in a suit and tie&#10;&#10;AI-generated content may be incorrect.">
            <a:extLst>
              <a:ext uri="{FF2B5EF4-FFF2-40B4-BE49-F238E27FC236}">
                <a16:creationId xmlns:a16="http://schemas.microsoft.com/office/drawing/2014/main" id="{883E01D2-9793-EE0F-D24E-B84C6F79A5A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228" t="2" r="42270" b="48932"/>
          <a:stretch>
            <a:fillRect/>
          </a:stretch>
        </p:blipFill>
        <p:spPr>
          <a:xfrm>
            <a:off x="7199763" y="0"/>
            <a:ext cx="3600000" cy="5759450"/>
          </a:xfrm>
          <a:prstGeom prst="rect">
            <a:avLst/>
          </a:prstGeom>
        </p:spPr>
      </p:pic>
      <p:pic>
        <p:nvPicPr>
          <p:cNvPr id="5" name="Picture 4" descr="A person in a suit and tie&#10;&#10;AI-generated content may be incorrect.">
            <a:extLst>
              <a:ext uri="{FF2B5EF4-FFF2-40B4-BE49-F238E27FC236}">
                <a16:creationId xmlns:a16="http://schemas.microsoft.com/office/drawing/2014/main" id="{01E3BE52-0C37-CD39-6D37-C10774BDC1D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802" t="252" r="32455" b="5703"/>
          <a:stretch>
            <a:fillRect/>
          </a:stretch>
        </p:blipFill>
        <p:spPr>
          <a:xfrm>
            <a:off x="3599762" y="0"/>
            <a:ext cx="3600000" cy="5759450"/>
          </a:xfrm>
          <a:prstGeom prst="rect">
            <a:avLst/>
          </a:prstGeom>
        </p:spPr>
      </p:pic>
      <p:pic>
        <p:nvPicPr>
          <p:cNvPr id="3" name="Picture 2" descr="A person in a suit standing in front of a group of people&#10;&#10;AI-generated content may be incorrect.">
            <a:extLst>
              <a:ext uri="{FF2B5EF4-FFF2-40B4-BE49-F238E27FC236}">
                <a16:creationId xmlns:a16="http://schemas.microsoft.com/office/drawing/2014/main" id="{08739DA6-A861-E3DF-F9AF-BEA28D996631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109" t="5872" r="42225" b="58934"/>
          <a:stretch>
            <a:fillRect/>
          </a:stretch>
        </p:blipFill>
        <p:spPr>
          <a:xfrm>
            <a:off x="-238" y="0"/>
            <a:ext cx="3600000" cy="5759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28914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erson with a beard wearing boxing gloves&#10;&#10;AI-generated content may be incorrect.">
            <a:extLst>
              <a:ext uri="{FF2B5EF4-FFF2-40B4-BE49-F238E27FC236}">
                <a16:creationId xmlns:a16="http://schemas.microsoft.com/office/drawing/2014/main" id="{D907AD15-5F89-1F71-6B19-7063D5C6FA0C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511" r="6423"/>
          <a:stretch>
            <a:fillRect/>
          </a:stretch>
        </p:blipFill>
        <p:spPr>
          <a:xfrm>
            <a:off x="2696425" y="176268"/>
            <a:ext cx="5406913" cy="54069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48497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erson holding a sign&#10;&#10;AI-generated content may be incorrect.">
            <a:extLst>
              <a:ext uri="{FF2B5EF4-FFF2-40B4-BE49-F238E27FC236}">
                <a16:creationId xmlns:a16="http://schemas.microsoft.com/office/drawing/2014/main" id="{D074FD70-3E70-8951-BF5D-59F889C3799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086" r="28866"/>
          <a:stretch>
            <a:fillRect/>
          </a:stretch>
        </p:blipFill>
        <p:spPr>
          <a:xfrm>
            <a:off x="2859366" y="339209"/>
            <a:ext cx="5081031" cy="5081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62814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5292FE-3976-45FD-8E22-CAF91ABDE5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ile of different colored currency notes&#10;&#10;AI-generated content may be incorrect.">
            <a:extLst>
              <a:ext uri="{FF2B5EF4-FFF2-40B4-BE49-F238E27FC236}">
                <a16:creationId xmlns:a16="http://schemas.microsoft.com/office/drawing/2014/main" id="{BB983B67-B091-830B-599F-83A3945CBD2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667" r="16667"/>
          <a:stretch>
            <a:fillRect/>
          </a:stretch>
        </p:blipFill>
        <p:spPr>
          <a:xfrm>
            <a:off x="2520156" y="0"/>
            <a:ext cx="5759450" cy="5759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74282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109</TotalTime>
  <Words>1</Words>
  <Application>Microsoft Office PowerPoint</Application>
  <PresentationFormat>Custom</PresentationFormat>
  <Paragraphs>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Linus Moreau</dc:creator>
  <cp:lastModifiedBy>Linus Moreau</cp:lastModifiedBy>
  <cp:revision>12</cp:revision>
  <dcterms:created xsi:type="dcterms:W3CDTF">2025-07-24T18:08:41Z</dcterms:created>
  <dcterms:modified xsi:type="dcterms:W3CDTF">2025-09-16T04:03:55Z</dcterms:modified>
</cp:coreProperties>
</file>